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5"/>
  </p:notesMasterIdLst>
  <p:sldIdLst>
    <p:sldId id="265" r:id="rId3"/>
    <p:sldId id="257" r:id="rId4"/>
    <p:sldId id="266" r:id="rId5"/>
    <p:sldId id="267" r:id="rId6"/>
    <p:sldId id="268" r:id="rId7"/>
    <p:sldId id="259" r:id="rId8"/>
    <p:sldId id="269" r:id="rId9"/>
    <p:sldId id="270" r:id="rId10"/>
    <p:sldId id="271" r:id="rId11"/>
    <p:sldId id="261" r:id="rId12"/>
    <p:sldId id="260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5" autoAdjust="0"/>
    <p:restoredTop sz="97366" autoAdjust="0"/>
  </p:normalViewPr>
  <p:slideViewPr>
    <p:cSldViewPr snapToGrid="0">
      <p:cViewPr varScale="1">
        <p:scale>
          <a:sx n="79" d="100"/>
          <a:sy n="79" d="100"/>
        </p:scale>
        <p:origin x="1522" y="77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24.1.2025.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24.1.2025.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24.1.2025.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24.1.2025.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24.1.2025.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24.1.2025.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24.1.2025.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24.1.2025.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24.1.2025.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24.1.2025.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24.1.2025.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24.1.2025.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 dirty="0"/>
              <a:t>PlayPADEL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/>
              <a:t>18</a:t>
            </a:r>
            <a:r>
              <a:rPr lang="hr-HR" sz="1400" noProof="0" dirty="0"/>
              <a:t>.</a:t>
            </a:r>
            <a:r>
              <a:rPr lang="hr-HR" sz="1400" dirty="0"/>
              <a:t>3</a:t>
            </a:r>
            <a:r>
              <a:rPr lang="hr-HR" sz="1400" noProof="0" dirty="0"/>
              <a:t> </a:t>
            </a:r>
            <a:r>
              <a:rPr lang="hr-HR" sz="1400" dirty="0"/>
              <a:t>PlayPadel</a:t>
            </a:r>
            <a:endParaRPr lang="hr-HR" sz="1400" noProof="0" dirty="0"/>
          </a:p>
          <a:p>
            <a:r>
              <a:rPr lang="hr-HR" noProof="0" dirty="0"/>
              <a:t>Ak. god. 2045./2025.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Članovi tima</a:t>
            </a:r>
          </a:p>
          <a:p>
            <a:r>
              <a:rPr lang="hr-HR" noProof="0" dirty="0"/>
              <a:t>Cilj projekta</a:t>
            </a:r>
          </a:p>
          <a:p>
            <a:r>
              <a:rPr lang="hr-HR" noProof="0" dirty="0"/>
              <a:t>Analiza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noProof="0" dirty="0"/>
              <a:t>Arhitektura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Luka Oković</a:t>
            </a:r>
          </a:p>
          <a:p>
            <a:r>
              <a:rPr lang="hr-HR" dirty="0"/>
              <a:t>Vinko Grančić</a:t>
            </a:r>
            <a:endParaRPr lang="hr-HR" noProof="0" dirty="0"/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sr-Latn-RS" altLang="sr-Latn-RS" dirty="0"/>
              <a:t>Ukratko: </a:t>
            </a:r>
            <a:r>
              <a:rPr lang="hr-HR" altLang="sr-Latn-RS" b="1" dirty="0"/>
              <a:t>Aplikacija za rezerviranje termina za padel</a:t>
            </a:r>
          </a:p>
          <a:p>
            <a:pPr lvl="0"/>
            <a:r>
              <a:rPr lang="hr-HR" altLang="sr-Latn-RS" dirty="0"/>
              <a:t>Cilj: Olakšavanje rezerviranja termina za padel, olakšavanje i poboljšavanje interakcije između zainteresiranih igrača i vlasnika padel terena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Glavni funkcionalni zahtjevi:</a:t>
            </a:r>
          </a:p>
          <a:p>
            <a:pPr lvl="1"/>
            <a:r>
              <a:rPr lang="hr-HR" noProof="0" dirty="0"/>
              <a:t>Igrači i vlasnici se mogu registrirati i ulogirati</a:t>
            </a:r>
          </a:p>
          <a:p>
            <a:pPr lvl="1"/>
            <a:r>
              <a:rPr lang="hr-HR" dirty="0"/>
              <a:t>Igrači mogu pregledavati dostupne terene</a:t>
            </a:r>
          </a:p>
          <a:p>
            <a:pPr lvl="1"/>
            <a:r>
              <a:rPr lang="hr-HR" noProof="0" dirty="0"/>
              <a:t>Igrači mogu pregledavati termine na izabranom terenu</a:t>
            </a:r>
          </a:p>
          <a:p>
            <a:pPr lvl="1"/>
            <a:r>
              <a:rPr lang="hr-HR" dirty="0"/>
              <a:t>Igrači mogu rezervirati termin koji je slobodan</a:t>
            </a:r>
          </a:p>
          <a:p>
            <a:pPr lvl="1"/>
            <a:r>
              <a:rPr lang="hr-HR" noProof="0" dirty="0"/>
              <a:t>Vlasnici</a:t>
            </a:r>
            <a:r>
              <a:rPr lang="hr-HR" dirty="0"/>
              <a:t> mogu dodati teren</a:t>
            </a:r>
          </a:p>
          <a:p>
            <a:pPr lvl="1"/>
            <a:r>
              <a:rPr lang="hr-HR" noProof="0" dirty="0"/>
              <a:t>Vlasnici mogu </a:t>
            </a:r>
            <a:r>
              <a:rPr lang="hr-HR" dirty="0"/>
              <a:t>dodavati i brisati termine</a:t>
            </a:r>
            <a:endParaRPr lang="hr-HR" noProof="0" dirty="0"/>
          </a:p>
          <a:p>
            <a:r>
              <a:rPr lang="hr-HR" noProof="0" dirty="0"/>
              <a:t>Nefunkcionalni i zahtjevi domene primjene</a:t>
            </a:r>
          </a:p>
          <a:p>
            <a:pPr lvl="1"/>
            <a:r>
              <a:rPr lang="it-IT" b="0" i="0" dirty="0">
                <a:solidFill>
                  <a:srgbClr val="1F2328"/>
                </a:solidFill>
                <a:effectLst/>
                <a:latin typeface="-apple-system"/>
              </a:rPr>
              <a:t>Sustav mora biti dostupan 24 sata dnevno.</a:t>
            </a:r>
            <a:r>
              <a:rPr lang="hr-HR" b="0" i="0" dirty="0">
                <a:solidFill>
                  <a:srgbClr val="1F2328"/>
                </a:solidFill>
                <a:effectLst/>
                <a:latin typeface="-apple-system"/>
              </a:rPr>
              <a:t>	</a:t>
            </a:r>
          </a:p>
          <a:p>
            <a:pPr lvl="1"/>
            <a:r>
              <a:rPr lang="hr-HR" b="0" i="0" dirty="0">
                <a:solidFill>
                  <a:srgbClr val="1F2328"/>
                </a:solidFill>
                <a:effectLst/>
                <a:latin typeface="-apple-system"/>
              </a:rPr>
              <a:t>Sustav mora funkcionirati na preglednicima Google Chrome, Firefox i Safari</a:t>
            </a:r>
          </a:p>
          <a:p>
            <a:pPr lvl="1"/>
            <a:r>
              <a:rPr lang="hr-HR" b="0" i="0" dirty="0">
                <a:solidFill>
                  <a:srgbClr val="1F2328"/>
                </a:solidFill>
                <a:effectLst/>
                <a:latin typeface="-apple-system"/>
              </a:rPr>
              <a:t>Sustav mora postavljene turnire objavini unutar 5 minuta od postavljanja</a:t>
            </a:r>
          </a:p>
          <a:p>
            <a:pPr lvl="1"/>
            <a:r>
              <a:rPr lang="hr-HR" b="0" i="0" dirty="0">
                <a:solidFill>
                  <a:srgbClr val="1F2328"/>
                </a:solidFill>
                <a:effectLst/>
                <a:latin typeface="-apple-system"/>
              </a:rPr>
              <a:t>Sustav treba osigurati zaštitu osobnih podataka korisnika pri radu s aplikacijom</a:t>
            </a: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CAEBC9-1534-C45B-2995-EA5D5612E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5205" y="971550"/>
            <a:ext cx="5093590" cy="54006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D5841-9684-FE4C-5200-A8DAED5C1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F054F-7192-0C28-0013-A209B1DD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21016-04D3-054B-8789-1E730E7CF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AA0F1AB-0C00-3F4B-B6E6-427F5F412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738" y="971550"/>
            <a:ext cx="7248525" cy="5400675"/>
          </a:xfrm>
        </p:spPr>
      </p:pic>
    </p:spTree>
    <p:extLst>
      <p:ext uri="{BB962C8B-B14F-4D97-AF65-F5344CB8AC3E}">
        <p14:creationId xmlns:p14="http://schemas.microsoft.com/office/powerpoint/2010/main" val="3750571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C98A9-CE39-13F3-C7B9-4323AB199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19FE-63E4-88E4-17CA-28B17901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5A35D-9D35-D572-BE2B-80C68E65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0C1F449-6DB0-C938-0B7C-D537108A2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469" y="1885700"/>
            <a:ext cx="7259063" cy="3572374"/>
          </a:xfrm>
        </p:spPr>
      </p:pic>
    </p:spTree>
    <p:extLst>
      <p:ext uri="{BB962C8B-B14F-4D97-AF65-F5344CB8AC3E}">
        <p14:creationId xmlns:p14="http://schemas.microsoft.com/office/powerpoint/2010/main" val="2964529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63FC0CD-F19B-4D9C-9C47-EB7E9D16E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3" y="723901"/>
            <a:ext cx="8245162" cy="56987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defTabSz="457200"/>
            <a:r>
              <a:rPr lang="en-US" sz="3600" noProof="0" dirty="0" err="1"/>
              <a:t>Arhitektura</a:t>
            </a:r>
            <a:r>
              <a:rPr lang="en-US" sz="3600" noProof="0" dirty="0"/>
              <a:t> </a:t>
            </a:r>
            <a:r>
              <a:rPr lang="en-US" sz="3600" noProof="0" dirty="0" err="1"/>
              <a:t>sustava</a:t>
            </a:r>
            <a:endParaRPr lang="en-US" sz="360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70159E-5269-4C18-AA0B-D50513DB3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BE9C8C-98B2-41C2-B47B-9A396CBA2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ECCA3D-5ECA-4A8B-B9D7-CE6DEB72B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r-HR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8069A72C-439E-4E59-FF98-85EE89185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92" y="2831693"/>
            <a:ext cx="8187348" cy="352056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18725" y="6400800"/>
            <a:ext cx="76233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AA41844-C0CA-4144-9D6C-D993F0C0FAB4}" type="slidenum"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9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08593-7C8C-A93A-DD02-A4870DE5C20B}"/>
              </a:ext>
            </a:extLst>
          </p:cNvPr>
          <p:cNvSpPr txBox="1"/>
          <p:nvPr/>
        </p:nvSpPr>
        <p:spPr>
          <a:xfrm>
            <a:off x="535482" y="1465483"/>
            <a:ext cx="5496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MVC arhitektura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Klijent – poslužitelj</a:t>
            </a:r>
          </a:p>
          <a:p>
            <a:endParaRPr lang="hr-H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dirty="0"/>
              <a:t>UML dijagram klasa:</a:t>
            </a:r>
          </a:p>
        </p:txBody>
      </p:sp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Popis programskih jezika i radnih okvira</a:t>
            </a:r>
          </a:p>
          <a:p>
            <a:pPr lvl="1"/>
            <a:r>
              <a:rPr lang="hr-HR" dirty="0"/>
              <a:t>Java + Spring Boot</a:t>
            </a:r>
          </a:p>
          <a:p>
            <a:pPr lvl="1"/>
            <a:r>
              <a:rPr lang="hr-HR" dirty="0"/>
              <a:t>Typescript + React + Bootstrap</a:t>
            </a:r>
          </a:p>
          <a:p>
            <a:pPr lvl="1"/>
            <a:r>
              <a:rPr lang="hr-HR" noProof="0" dirty="0"/>
              <a:t>Postgre</a:t>
            </a:r>
            <a:r>
              <a:rPr lang="hr-HR" dirty="0"/>
              <a:t>SQL</a:t>
            </a:r>
            <a:endParaRPr lang="hr-HR" noProof="0" dirty="0"/>
          </a:p>
          <a:p>
            <a:pPr marL="457200" lvl="1" indent="0">
              <a:buNone/>
            </a:pPr>
            <a:endParaRPr lang="hr-HR" noProof="0" dirty="0"/>
          </a:p>
          <a:p>
            <a:r>
              <a:rPr lang="hr-HR" noProof="0" dirty="0"/>
              <a:t>Smještaj aplikacije</a:t>
            </a:r>
          </a:p>
          <a:p>
            <a:pPr lvl="1"/>
            <a:r>
              <a:rPr lang="hr-HR" noProof="0" dirty="0"/>
              <a:t>https://playpadel.duckdns.org/home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Naučene lekcije</a:t>
            </a:r>
          </a:p>
          <a:p>
            <a:pPr lvl="1"/>
            <a:r>
              <a:rPr lang="hr-HR" noProof="0" dirty="0"/>
              <a:t>Komunikacija i rad s ljudima su bitni!</a:t>
            </a:r>
          </a:p>
          <a:p>
            <a:pPr lvl="1"/>
            <a:r>
              <a:rPr lang="hr-HR" noProof="0" dirty="0"/>
              <a:t>Treba krenuti na </a:t>
            </a:r>
            <a:r>
              <a:rPr lang="hr-HR" noProof="0"/>
              <a:t>vrijeme!</a:t>
            </a:r>
            <a:endParaRPr lang="hr-HR" noProof="0" dirty="0"/>
          </a:p>
          <a:p>
            <a:pPr lvl="1"/>
            <a:endParaRPr lang="hr-HR" noProof="0" dirty="0"/>
          </a:p>
          <a:p>
            <a:pPr lvl="1"/>
            <a:r>
              <a:rPr lang="hr-HR" noProof="0" dirty="0"/>
              <a:t>A što se nikako ne bi smjelo ponoviti </a:t>
            </a:r>
            <a:r>
              <a:rPr lang="hr-HR" noProof="0" dirty="0">
                <a:sym typeface="Wingdings" panose="05000000000000000000" pitchFamily="2" charset="2"/>
              </a:rPr>
              <a:t></a:t>
            </a:r>
          </a:p>
          <a:p>
            <a:pPr lvl="2"/>
            <a:r>
              <a:rPr lang="hr-HR" dirty="0">
                <a:sym typeface="Wingdings" panose="05000000000000000000" pitchFamily="2" charset="2"/>
              </a:rPr>
              <a:t>Manjak komunikacije i čekanje da netko drugi pokrene temu i doenese odluke</a:t>
            </a:r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1522</TotalTime>
  <Words>289</Words>
  <Application>Microsoft Office PowerPoint</Application>
  <PresentationFormat>On-screen Show (4:3)</PresentationFormat>
  <Paragraphs>77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7" baseType="lpstr">
      <vt:lpstr>ＭＳ Ｐゴシック</vt:lpstr>
      <vt:lpstr>-apple-system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PlayPADEL</vt:lpstr>
      <vt:lpstr>Sadržaj</vt:lpstr>
      <vt:lpstr>Sadržaj</vt:lpstr>
      <vt:lpstr>Članovi grupe</vt:lpstr>
      <vt:lpstr>O projektu</vt:lpstr>
      <vt:lpstr>Pregled zahtjeva</vt:lpstr>
      <vt:lpstr>UML dijagram obrazaca uporabe</vt:lpstr>
      <vt:lpstr>UML dijagram obrazaca uporabe</vt:lpstr>
      <vt:lpstr>UML dijagram obrazaca uporabe</vt:lpstr>
      <vt:lpstr>Arhitektura sustava</vt:lpstr>
      <vt:lpstr>Korišteni alati i tehnologije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Luka Oković</cp:lastModifiedBy>
  <cp:revision>22</cp:revision>
  <dcterms:created xsi:type="dcterms:W3CDTF">2016-01-18T13:10:52Z</dcterms:created>
  <dcterms:modified xsi:type="dcterms:W3CDTF">2025-01-24T22:16:24Z</dcterms:modified>
</cp:coreProperties>
</file>